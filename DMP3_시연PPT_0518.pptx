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2" r:id="rId6"/>
    <p:sldId id="265" r:id="rId7"/>
    <p:sldId id="266" r:id="rId8"/>
    <p:sldId id="267" r:id="rId9"/>
    <p:sldId id="269" r:id="rId10"/>
    <p:sldId id="261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79916" autoAdjust="0"/>
  </p:normalViewPr>
  <p:slideViewPr>
    <p:cSldViewPr snapToGrid="0">
      <p:cViewPr varScale="1">
        <p:scale>
          <a:sx n="127" d="100"/>
          <a:sy n="127" d="100"/>
        </p:scale>
        <p:origin x="147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CAA86-7809-4B44-B29B-2C7A1AE092B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09A0F-DFE8-4E88-A0E4-A88176A72F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15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Streamlit</a:t>
            </a:r>
            <a:r>
              <a:rPr lang="en-US" altLang="ko-KR" dirty="0"/>
              <a:t> (</a:t>
            </a:r>
            <a:r>
              <a:rPr lang="ko-KR" altLang="en-US" dirty="0" err="1"/>
              <a:t>웹애플리케이션</a:t>
            </a:r>
            <a:r>
              <a:rPr lang="ko-KR" altLang="en-US" dirty="0"/>
              <a:t> 프레임워크</a:t>
            </a:r>
            <a:r>
              <a:rPr lang="en-US" altLang="ko-KR" dirty="0"/>
              <a:t>)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Google</a:t>
            </a:r>
            <a:r>
              <a:rPr lang="fr-F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Gemini AI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 연동하여 검색에 활용하였습니다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원문검색 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 해외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사례와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987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건의 국내 분류사례를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09A0F-DFE8-4E88-A0E4-A88176A72F2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78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09A0F-DFE8-4E88-A0E4-A88176A72F2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743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화면은 </a:t>
            </a:r>
            <a:r>
              <a:rPr lang="en-US" altLang="ko-KR" dirty="0"/>
              <a:t>main </a:t>
            </a:r>
            <a:r>
              <a:rPr lang="ko-KR" altLang="en-US" dirty="0"/>
              <a:t>화면 </a:t>
            </a:r>
            <a:r>
              <a:rPr lang="en-US" altLang="ko-KR" dirty="0" err="1"/>
              <a:t>ui</a:t>
            </a:r>
            <a:r>
              <a:rPr lang="en-US" altLang="ko-KR" dirty="0"/>
              <a:t> </a:t>
            </a:r>
            <a:r>
              <a:rPr lang="ko-KR" altLang="en-US" dirty="0"/>
              <a:t>로 바로 들어갑니다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로그인을 하여 인증을 해야만 </a:t>
            </a:r>
            <a:r>
              <a:rPr lang="en-US" altLang="ko-KR" dirty="0"/>
              <a:t>main</a:t>
            </a:r>
            <a:r>
              <a:rPr lang="ko-KR" altLang="en-US" dirty="0"/>
              <a:t> </a:t>
            </a:r>
            <a:r>
              <a:rPr lang="en-US" altLang="ko-KR" dirty="0"/>
              <a:t>UI</a:t>
            </a:r>
            <a:r>
              <a:rPr lang="ko-KR" altLang="en-US" dirty="0"/>
              <a:t> 로 이동합니다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로그인 </a:t>
            </a:r>
            <a:r>
              <a:rPr lang="en-US" altLang="ko-KR" dirty="0"/>
              <a:t>PW</a:t>
            </a:r>
            <a:r>
              <a:rPr lang="ko-KR" altLang="en-US" dirty="0"/>
              <a:t>에 </a:t>
            </a:r>
            <a:r>
              <a:rPr lang="en-US" altLang="ko-KR" dirty="0"/>
              <a:t>‘GOOGLE API KEY’ </a:t>
            </a:r>
            <a:r>
              <a:rPr lang="ko-KR" altLang="en-US" dirty="0"/>
              <a:t>를 입력하여 </a:t>
            </a:r>
            <a:r>
              <a:rPr lang="fr-F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 Search API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도구를 활용합니다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09A0F-DFE8-4E88-A0E4-A88176A72F2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680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09A0F-DFE8-4E88-A0E4-A88176A72F2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742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2FAD8-9C67-48A1-8AA9-BE81BDF8E9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54374DD-D5D8-4B74-99B9-CFA7639B5D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39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2FAD8-9C67-48A1-8AA9-BE81BDF8E9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74DD-D5D8-4B74-99B9-CFA7639B5D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69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2FAD8-9C67-48A1-8AA9-BE81BDF8E9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74DD-D5D8-4B74-99B9-CFA7639B5D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75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2FAD8-9C67-48A1-8AA9-BE81BDF8E9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74DD-D5D8-4B74-99B9-CFA7639B5D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409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2FAD8-9C67-48A1-8AA9-BE81BDF8E9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74DD-D5D8-4B74-99B9-CFA7639B5D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801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2FAD8-9C67-48A1-8AA9-BE81BDF8E9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74DD-D5D8-4B74-99B9-CFA7639B5D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015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2FAD8-9C67-48A1-8AA9-BE81BDF8E9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74DD-D5D8-4B74-99B9-CFA7639B5D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471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2FAD8-9C67-48A1-8AA9-BE81BDF8E9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74DD-D5D8-4B74-99B9-CFA7639B5D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414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B42FAD8-9C67-48A1-8AA9-BE81BDF8E9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74DD-D5D8-4B74-99B9-CFA7639B5D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816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2FAD8-9C67-48A1-8AA9-BE81BDF8E9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74DD-D5D8-4B74-99B9-CFA7639B5D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162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2FAD8-9C67-48A1-8AA9-BE81BDF8E9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374DD-D5D8-4B74-99B9-CFA7639B5D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479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2FAD8-9C67-48A1-8AA9-BE81BDF8E970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54374DD-D5D8-4B74-99B9-CFA7639B5D0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00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F275AB-B1A4-712D-57A7-9F71DF8E43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HS CHATBOT </a:t>
            </a:r>
            <a:br>
              <a:rPr lang="en-US" altLang="ko-KR" dirty="0"/>
            </a:br>
            <a:r>
              <a:rPr lang="ko-KR" altLang="en-US" dirty="0"/>
              <a:t>기능개선 시연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D60F1E-3F11-CAA8-0E10-FB54E21B71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 err="1"/>
              <a:t>김종범</a:t>
            </a:r>
            <a:r>
              <a:rPr lang="en-US" altLang="ko-KR" dirty="0"/>
              <a:t>, </a:t>
            </a:r>
            <a:r>
              <a:rPr lang="ko-KR" altLang="en-US" dirty="0"/>
              <a:t>강건우</a:t>
            </a:r>
            <a:r>
              <a:rPr lang="en-US" altLang="ko-KR" dirty="0"/>
              <a:t>, </a:t>
            </a:r>
            <a:r>
              <a:rPr lang="ko-KR" altLang="en-US" dirty="0" err="1"/>
              <a:t>주상현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5571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B9A29-C965-3F43-1B99-68301F79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2E1AEE-831C-891E-9913-222EBD0EB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기존 프로젝트 소개 </a:t>
            </a:r>
            <a:r>
              <a:rPr lang="en-US" altLang="ko-KR" sz="3200" dirty="0"/>
              <a:t>/ </a:t>
            </a:r>
            <a:r>
              <a:rPr lang="ko-KR" altLang="en-US" sz="3200" dirty="0"/>
              <a:t>설명</a:t>
            </a:r>
            <a:endParaRPr lang="en-US" altLang="ko-KR" sz="3200" dirty="0"/>
          </a:p>
          <a:p>
            <a:r>
              <a:rPr lang="ko-KR" altLang="en-US" sz="3200" dirty="0"/>
              <a:t>기능개선 및 수정사항</a:t>
            </a:r>
            <a:endParaRPr lang="en-US" altLang="ko-KR" sz="3200" dirty="0"/>
          </a:p>
          <a:p>
            <a:r>
              <a:rPr lang="ko-KR" altLang="en-US" sz="3200" dirty="0"/>
              <a:t>시연</a:t>
            </a:r>
          </a:p>
        </p:txBody>
      </p:sp>
    </p:spTree>
    <p:extLst>
      <p:ext uri="{BB962C8B-B14F-4D97-AF65-F5344CB8AC3E}">
        <p14:creationId xmlns:p14="http://schemas.microsoft.com/office/powerpoint/2010/main" val="1774624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773DF-59FE-A531-6846-8D406E019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기존 프로젝트 소개 </a:t>
            </a:r>
            <a:r>
              <a:rPr lang="en-US" altLang="ko-KR"/>
              <a:t>/ </a:t>
            </a:r>
            <a:r>
              <a:rPr lang="ko-KR" altLang="en-US"/>
              <a:t>설명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BB98CC-22FF-F864-4C69-2511FF4DC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9022456" cy="3450613"/>
          </a:xfrm>
        </p:spPr>
        <p:txBody>
          <a:bodyPr/>
          <a:lstStyle/>
          <a:p>
            <a:r>
              <a:rPr lang="en-US" altLang="ko-KR" dirty="0"/>
              <a:t>Visual Studio</a:t>
            </a:r>
            <a:r>
              <a:rPr lang="ko-KR" altLang="en-US" dirty="0"/>
              <a:t>에서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Streamlit</a:t>
            </a:r>
            <a:r>
              <a:rPr lang="en-US" altLang="ko-KR" dirty="0"/>
              <a:t> run main.py</a:t>
            </a:r>
          </a:p>
          <a:p>
            <a:pPr marL="0" indent="0">
              <a:buNone/>
            </a:pPr>
            <a:r>
              <a:rPr lang="en-US" altLang="ko-KR" dirty="0"/>
              <a:t>=&gt; </a:t>
            </a:r>
            <a:r>
              <a:rPr lang="fr-FR" altLang="ko-KR" dirty="0"/>
              <a:t>HS </a:t>
            </a:r>
            <a:r>
              <a:rPr lang="ko-KR" altLang="en-US" dirty="0" err="1"/>
              <a:t>챗봇</a:t>
            </a:r>
            <a:r>
              <a:rPr lang="ko-KR" altLang="en-US" dirty="0"/>
              <a:t> </a:t>
            </a:r>
            <a:r>
              <a:rPr lang="en-US" altLang="ko-KR" dirty="0"/>
              <a:t>7</a:t>
            </a:r>
            <a:r>
              <a:rPr lang="ko-KR" altLang="en-US" dirty="0"/>
              <a:t>가지 검색 기능 중 하나를 선택하여 질문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73807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0EE55-737A-1688-B54C-95F06C9C6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33E426-5212-3A62-CCDE-A692D286E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9875" y="2060702"/>
            <a:ext cx="4002373" cy="3450613"/>
          </a:xfrm>
        </p:spPr>
        <p:txBody>
          <a:bodyPr>
            <a:normAutofit/>
          </a:bodyPr>
          <a:lstStyle/>
          <a:p>
            <a:r>
              <a:rPr lang="en-US" altLang="ko-KR" dirty="0"/>
              <a:t>Core Stack</a:t>
            </a:r>
          </a:p>
          <a:p>
            <a:pPr marL="0" indent="0">
              <a:buNone/>
            </a:pPr>
            <a:r>
              <a:rPr lang="en-US" altLang="ko-KR" dirty="0"/>
              <a:t>Language : Python</a:t>
            </a:r>
            <a:r>
              <a:rPr lang="ko-KR" altLang="en-US" dirty="0"/>
              <a:t> </a:t>
            </a:r>
            <a:r>
              <a:rPr lang="en-US" altLang="ko-KR" dirty="0"/>
              <a:t>3.13+</a:t>
            </a:r>
          </a:p>
          <a:p>
            <a:pPr marL="0" indent="0">
              <a:buNone/>
            </a:pPr>
            <a:r>
              <a:rPr lang="en-US" altLang="ko-KR" dirty="0"/>
              <a:t>Frontend : </a:t>
            </a:r>
            <a:r>
              <a:rPr lang="en-US" altLang="ko-KR" dirty="0" err="1"/>
              <a:t>Streamlit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Engine : Google Gemini API</a:t>
            </a:r>
          </a:p>
          <a:p>
            <a:r>
              <a:rPr lang="en-US" altLang="ko-KR" dirty="0"/>
              <a:t>Data dimensions</a:t>
            </a:r>
          </a:p>
          <a:p>
            <a:pPr marL="0" indent="0">
              <a:buNone/>
            </a:pPr>
            <a:r>
              <a:rPr lang="en-US" altLang="ko-KR" dirty="0"/>
              <a:t>1,900 Overseas Cases</a:t>
            </a:r>
          </a:p>
          <a:p>
            <a:pPr marL="0" indent="0">
              <a:buNone/>
            </a:pPr>
            <a:r>
              <a:rPr lang="en-US" altLang="ko-KR" dirty="0"/>
              <a:t>987 Domestic Cases</a:t>
            </a: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29329431-BAAB-112F-4427-A2C7533B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 </a:t>
            </a:r>
            <a:r>
              <a:rPr lang="ko-KR" altLang="en-US" dirty="0"/>
              <a:t>단계의 </a:t>
            </a:r>
            <a:r>
              <a:rPr lang="ko-KR" altLang="en-US" dirty="0" err="1"/>
              <a:t>아키텍쳐</a:t>
            </a:r>
            <a:r>
              <a:rPr lang="ko-KR" altLang="en-US" dirty="0"/>
              <a:t> 스택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3098F5E-2CB7-888D-5A43-4FDC5F997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78" y="1895015"/>
            <a:ext cx="6700602" cy="415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46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B9804-140D-6B59-3211-0B905C86A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FE2F41-33AD-2413-4DB4-D6AE8D1A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기능개선 및 수정사항</a:t>
            </a:r>
            <a:endParaRPr lang="en-US" altLang="ko-KR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C5E8B81-FC5D-2DFF-5837-F5DFC01B8CCF}"/>
              </a:ext>
            </a:extLst>
          </p:cNvPr>
          <p:cNvSpPr txBox="1">
            <a:spLocks/>
          </p:cNvSpPr>
          <p:nvPr/>
        </p:nvSpPr>
        <p:spPr>
          <a:xfrm>
            <a:off x="1451578" y="2102818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700" dirty="0"/>
              <a:t>Front-End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ko-KR" sz="2400" dirty="0"/>
              <a:t> Main UI </a:t>
            </a:r>
            <a:r>
              <a:rPr lang="ko-KR" altLang="en-US" sz="2400" dirty="0"/>
              <a:t>개선</a:t>
            </a:r>
            <a:endParaRPr lang="en-US" altLang="ko-KR" sz="2400" dirty="0"/>
          </a:p>
          <a:p>
            <a:pPr marL="514350" indent="-514350">
              <a:buFont typeface="+mj-lt"/>
              <a:buAutoNum type="arabicParenR"/>
            </a:pPr>
            <a:r>
              <a:rPr lang="ko-KR" altLang="en-US" sz="2400" dirty="0"/>
              <a:t> 최근검색기록 추가</a:t>
            </a:r>
            <a:endParaRPr lang="en-US" altLang="ko-KR" sz="2400" dirty="0"/>
          </a:p>
          <a:p>
            <a:r>
              <a:rPr lang="en-US" altLang="ko-KR" sz="2700" dirty="0"/>
              <a:t>Back-End</a:t>
            </a:r>
          </a:p>
          <a:p>
            <a:pPr marL="514350" indent="-514350">
              <a:buFont typeface="+mj-lt"/>
              <a:buAutoNum type="arabicParenR"/>
            </a:pPr>
            <a:r>
              <a:rPr lang="ko-KR" altLang="en-US" sz="2400" dirty="0"/>
              <a:t> 원문검색 시 쿼리확장 매칭 기능 추가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309678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3CA5-4E0A-37C4-B655-C44922EBB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18EB5-3324-5ABE-F47A-F0FBC15D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 </a:t>
            </a:r>
            <a:r>
              <a:rPr lang="en-US" altLang="ko-KR" dirty="0" err="1"/>
              <a:t>ui</a:t>
            </a:r>
            <a:r>
              <a:rPr lang="en-US" altLang="ko-KR" dirty="0"/>
              <a:t> </a:t>
            </a:r>
            <a:r>
              <a:rPr lang="ko-KR" altLang="en-US" dirty="0"/>
              <a:t>개선 </a:t>
            </a:r>
            <a:r>
              <a:rPr lang="en-US" altLang="ko-KR" dirty="0"/>
              <a:t>- </a:t>
            </a:r>
            <a:r>
              <a:rPr lang="ko-KR" altLang="en-US" dirty="0"/>
              <a:t>로그인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AD7DF1-2413-DB4E-F5E7-3B972EFF9C61}"/>
              </a:ext>
            </a:extLst>
          </p:cNvPr>
          <p:cNvSpPr txBox="1"/>
          <p:nvPr/>
        </p:nvSpPr>
        <p:spPr>
          <a:xfrm>
            <a:off x="1889257" y="1970708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기존 초기화면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B03770-993C-F5C7-B090-741375AA2739}"/>
              </a:ext>
            </a:extLst>
          </p:cNvPr>
          <p:cNvSpPr txBox="1"/>
          <p:nvPr/>
        </p:nvSpPr>
        <p:spPr>
          <a:xfrm>
            <a:off x="7496848" y="1970708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로그인 기능 개선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B422685-8C72-BFA8-67DE-DDAEC6025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04" y="2340040"/>
            <a:ext cx="5401077" cy="3429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9E59BBC-24DD-CC28-5D75-DC9531AFA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216" y="2340040"/>
            <a:ext cx="5340181" cy="3429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86404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F7475-B079-46DA-8360-E9DF3B4A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8134E-3E8B-7212-AFB9-EBD9193C6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 </a:t>
            </a:r>
            <a:r>
              <a:rPr lang="en-US" altLang="ko-KR" dirty="0" err="1"/>
              <a:t>ui</a:t>
            </a:r>
            <a:r>
              <a:rPr lang="en-US" altLang="ko-KR" dirty="0"/>
              <a:t> </a:t>
            </a:r>
            <a:r>
              <a:rPr lang="ko-KR" altLang="en-US" dirty="0"/>
              <a:t>개선 </a:t>
            </a:r>
            <a:r>
              <a:rPr lang="en-US" altLang="ko-KR" dirty="0"/>
              <a:t>– </a:t>
            </a:r>
            <a:r>
              <a:rPr lang="ko-KR" altLang="en-US" dirty="0"/>
              <a:t>텍스트 개선 </a:t>
            </a:r>
            <a:r>
              <a:rPr lang="en-US" altLang="ko-KR" dirty="0"/>
              <a:t>? 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51F82C-E7B9-F4B2-ED83-D87B4131D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5958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7063C-5B09-9608-C955-B2BC46A53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BF6C7-7FA5-5D86-80BC-F6C39153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최근검색기록 추가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0F69B2-6A7B-3243-2672-98E2C64A8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4118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72FAE-B583-144C-ED75-236E8895B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31EFBF-8947-ADD2-9F0B-22D8E5A8C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쿼리확장 매칭 기능 추가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0507E-C9E3-A2EB-1BE4-43BF583AB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096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5AE1-E3C9-336C-5C2A-ABBBC6C35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71FFD-B2CF-9F88-0C13-B550077A0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BEF4D5-B2E5-A987-CAA5-A4D3E86CF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2578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B8C9D-3774-E23C-2326-717C3CF11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50F8BC-364F-E2C5-A60D-9B0BD12E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BF59D6-3E88-112E-2AF0-8E1BF7901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676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8D226DA-E368-46E4-BF0C-D467A1E86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192CFA-3629-E1F5-E33D-4DCD4A9E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478" y="821374"/>
            <a:ext cx="9637415" cy="3541837"/>
          </a:xfrm>
        </p:spPr>
        <p:txBody>
          <a:bodyPr vert="horz" lIns="91440" tIns="45720" rIns="91440" bIns="0" rtlCol="0" anchor="b">
            <a:normAutofit/>
          </a:bodyPr>
          <a:lstStyle/>
          <a:p>
            <a:pPr algn="ctr" latinLnBrk="0"/>
            <a:r>
              <a:rPr lang="ko-KR" altLang="en-US" sz="6600" dirty="0"/>
              <a:t>감사합니다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105F2EF-F4AA-488F-8E74-484FA0078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76728" y="4735528"/>
            <a:ext cx="86430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893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450</TotalTime>
  <Words>181</Words>
  <Application>Microsoft Office PowerPoint</Application>
  <PresentationFormat>와이드스크린</PresentationFormat>
  <Paragraphs>44</Paragraphs>
  <Slides>12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Gill Sans MT</vt:lpstr>
      <vt:lpstr>갤러리</vt:lpstr>
      <vt:lpstr>HS CHATBOT  기능개선 시연 발표</vt:lpstr>
      <vt:lpstr>개요</vt:lpstr>
      <vt:lpstr>기존 프로젝트 소개 / 설명</vt:lpstr>
      <vt:lpstr>4 단계의 아키텍쳐 스택</vt:lpstr>
      <vt:lpstr>기능개선 및 수정사항</vt:lpstr>
      <vt:lpstr>Main ui 개선 - 로그인</vt:lpstr>
      <vt:lpstr>Main ui 개선 – 텍스트 개선 ?  </vt:lpstr>
      <vt:lpstr>최근검색기록 추가</vt:lpstr>
      <vt:lpstr>쿼리확장 매칭 기능 추가</vt:lpstr>
      <vt:lpstr>시연</vt:lpstr>
      <vt:lpstr>시연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 재국</dc:creator>
  <cp:lastModifiedBy>주 재국</cp:lastModifiedBy>
  <cp:revision>31</cp:revision>
  <dcterms:created xsi:type="dcterms:W3CDTF">2026-05-17T10:21:13Z</dcterms:created>
  <dcterms:modified xsi:type="dcterms:W3CDTF">2026-05-18T06:45:55Z</dcterms:modified>
</cp:coreProperties>
</file>